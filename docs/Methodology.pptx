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D4408-30E1-638D-DDE7-104A72FBF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F0A77-52C1-3DDE-10EF-CD7566D72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782BF-0B6B-87DA-33B0-47AF5405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0DF11-8122-DB5F-5424-C4BFB2FE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616D0-DDDA-28D5-E0FA-AF4B3441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72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C22E-EE8F-3FAC-80D8-B2F98C9D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53591-459A-4D34-A6B8-E42C4A38D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B90F5-1C73-5903-7DC6-D99E7CB3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10AFF-3975-4F41-9404-133EB1D9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C3035-CFCD-47FC-2097-09BE44AFD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00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622D-C93E-657A-5B79-BCA845A6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C5999-3EBB-882E-C940-465685446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03DB7-F799-E29E-9BFB-53002FCD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D0480-FDF6-8A77-110A-7B431E504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1A1F9-CA69-1660-3B29-B0BE2870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10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2AD2-D36B-2478-1CC3-6C931489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769CF-F64B-32A0-311E-011606982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2FDA9-C429-A70F-6CD9-18B27D695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6DB36-3E5E-44F5-5A6F-EB34FF08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FC477-AB9D-2575-20EE-5D3959142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647F1-C817-B083-CEB6-50207463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85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7887A-DCFB-432A-C04B-D53F0641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0AFCE-C4F2-677F-668F-C761F2FC7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D95DF-DDC0-560A-7E63-88C76DF81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CFF6C-B31A-D9BF-26BB-A1323E854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AC9570-6D07-5305-5994-737C38C43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738F8-E446-91D3-2ACB-B2091E5A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77858-8BA7-5CED-30A0-553C1728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E3D61C-F1A6-4CB2-9C95-32A46957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36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5908-441E-5048-3819-634BD34F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507DF-5AE5-5124-EF8F-B52A0901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8BC32-34E4-72C7-304C-85DC09E2C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66821-402F-FD06-6BBD-938D337B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21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B68C6-BF99-1518-ED65-A53FF5AFE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7D66AA-60D4-6102-7CA3-A1C90744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1E16F-8CA7-A7F5-C4AE-320701B0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88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58F4-4546-FFAE-C84C-A944D52E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65796-E194-6F24-E4A5-1FCB00D77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F985E-10D3-75E4-B9CE-F9579BC50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F5E78-9D83-FB17-413F-CD20F65C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7A66F-D34C-3B59-F116-22D07B93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7D547-9355-6867-9DC9-BBA27724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83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6243-EFFF-2D8C-BCBA-F2956DF4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C45AA-9808-230E-1738-66BDD69C4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1CA26-1427-BD44-D9F3-7F6EEA060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4FE61-CEAA-ED22-258B-E9CA04F2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E8B14-F737-4ED8-0561-398CDC84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847DD-9BFF-88D1-1FE5-DB20159C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7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7C49-D953-EA99-BF58-894AFEEA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3E151-EF84-D878-82A2-925267408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CAA2F-B75A-71CD-F4C4-66F7185D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FD59C-0EA6-E232-898D-71AB8F81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60EBE-2804-5522-31F6-9655A46BB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36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CA909-13A0-6528-C467-2BABA7648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1154A-80E9-BC35-B932-AD6128747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9079-E29A-0DEF-D48E-E97A12E1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4CAB1-EC17-CA68-9339-621E081A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890A7-EF8E-B68D-4601-B905892C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72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7ACB32-4954-C389-BC00-35D5A4E8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7EADF-B724-36FD-519C-4573BF99B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05558-E29B-02AB-A16A-9E6672FFE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86F67-EBA4-4A10-AEE0-A779BB116AD9}" type="datetimeFigureOut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B4CAC-27E8-E9E4-7ACC-D32875B14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FC6F-CE20-6442-7831-D7558F2D7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8D9DD-D556-48FE-A851-07F97BDEB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86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717510-EF20-A8B6-E372-68D407FB7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52" y="176205"/>
            <a:ext cx="6191295" cy="20478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A0C651-3D21-08A7-701C-8A2B78EA25EF}"/>
              </a:ext>
            </a:extLst>
          </p:cNvPr>
          <p:cNvSpPr/>
          <p:nvPr/>
        </p:nvSpPr>
        <p:spPr>
          <a:xfrm>
            <a:off x="1607905" y="3298005"/>
            <a:ext cx="2054832" cy="1335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statistics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03909D-385D-69DD-67A3-F425BCAA88C1}"/>
              </a:ext>
            </a:extLst>
          </p:cNvPr>
          <p:cNvSpPr/>
          <p:nvPr/>
        </p:nvSpPr>
        <p:spPr>
          <a:xfrm>
            <a:off x="5440166" y="3298005"/>
            <a:ext cx="2054832" cy="1335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Points </a:t>
            </a:r>
          </a:p>
          <a:p>
            <a:pPr lvl="1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model for </a:t>
            </a:r>
          </a:p>
          <a:p>
            <a:pPr lvl="1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 2022-23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A7233D-39AF-DD9F-A030-681E2672F5FD}"/>
              </a:ext>
            </a:extLst>
          </p:cNvPr>
          <p:cNvSpPr/>
          <p:nvPr/>
        </p:nvSpPr>
        <p:spPr>
          <a:xfrm>
            <a:off x="9272427" y="3298005"/>
            <a:ext cx="2054832" cy="13359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Dream Team for </a:t>
            </a:r>
          </a:p>
          <a:p>
            <a:pPr lvl="1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Gameweek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Season 2022-23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B53AE5-5CC7-3655-1154-90AE840BE973}"/>
              </a:ext>
            </a:extLst>
          </p:cNvPr>
          <p:cNvCxnSpPr>
            <a:cxnSpLocks/>
          </p:cNvCxnSpPr>
          <p:nvPr/>
        </p:nvCxnSpPr>
        <p:spPr>
          <a:xfrm>
            <a:off x="3662737" y="4188607"/>
            <a:ext cx="17774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DC5566-6AF5-A969-D0B1-501A4730AD44}"/>
              </a:ext>
            </a:extLst>
          </p:cNvPr>
          <p:cNvSpPr txBox="1"/>
          <p:nvPr/>
        </p:nvSpPr>
        <p:spPr>
          <a:xfrm>
            <a:off x="3804284" y="3466307"/>
            <a:ext cx="1362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FC4D64-E56F-1889-2B38-79E23415BFF7}"/>
              </a:ext>
            </a:extLst>
          </p:cNvPr>
          <p:cNvSpPr txBox="1"/>
          <p:nvPr/>
        </p:nvSpPr>
        <p:spPr>
          <a:xfrm>
            <a:off x="3688321" y="4188606"/>
            <a:ext cx="1762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D7537F-E042-337B-0222-EE026BF130CE}"/>
              </a:ext>
            </a:extLst>
          </p:cNvPr>
          <p:cNvSpPr txBox="1"/>
          <p:nvPr/>
        </p:nvSpPr>
        <p:spPr>
          <a:xfrm>
            <a:off x="7521937" y="3466306"/>
            <a:ext cx="1762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for max.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7BB53C-29A9-ED86-9FD8-FC1FDA871E8D}"/>
              </a:ext>
            </a:extLst>
          </p:cNvPr>
          <p:cNvCxnSpPr>
            <a:cxnSpLocks/>
          </p:cNvCxnSpPr>
          <p:nvPr/>
        </p:nvCxnSpPr>
        <p:spPr>
          <a:xfrm>
            <a:off x="3662737" y="3743306"/>
            <a:ext cx="17774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AC487C5-EAD9-3748-DDC5-F9C3844795EE}"/>
              </a:ext>
            </a:extLst>
          </p:cNvPr>
          <p:cNvSpPr txBox="1"/>
          <p:nvPr/>
        </p:nvSpPr>
        <p:spPr>
          <a:xfrm>
            <a:off x="7521936" y="4188606"/>
            <a:ext cx="1600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for max. </a:t>
            </a:r>
          </a:p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returns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3906BE2-26A3-56C1-4046-6004694C2030}"/>
              </a:ext>
            </a:extLst>
          </p:cNvPr>
          <p:cNvCxnSpPr>
            <a:cxnSpLocks/>
          </p:cNvCxnSpPr>
          <p:nvPr/>
        </p:nvCxnSpPr>
        <p:spPr>
          <a:xfrm>
            <a:off x="7498737" y="4188607"/>
            <a:ext cx="17774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056E8AF-5F3D-B6DB-4BD8-2A9060508386}"/>
              </a:ext>
            </a:extLst>
          </p:cNvPr>
          <p:cNvCxnSpPr>
            <a:cxnSpLocks/>
          </p:cNvCxnSpPr>
          <p:nvPr/>
        </p:nvCxnSpPr>
        <p:spPr>
          <a:xfrm>
            <a:off x="7498737" y="3743306"/>
            <a:ext cx="17774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534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42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SOURAV DEBNATH</dc:creator>
  <cp:lastModifiedBy>SOURAV DEBNATH</cp:lastModifiedBy>
  <cp:revision>1</cp:revision>
  <dcterms:created xsi:type="dcterms:W3CDTF">2023-08-08T11:29:23Z</dcterms:created>
  <dcterms:modified xsi:type="dcterms:W3CDTF">2023-08-08T13:56:41Z</dcterms:modified>
</cp:coreProperties>
</file>